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gJcWpQYtErXNgOTsEkaD5DM8QZ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94110" y="1616400"/>
            <a:ext cx="4125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Название проекта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79785" y="47351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Программа Scratch</a:t>
            </a:r>
            <a:endParaRPr b="0" i="0" sz="7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762825"/>
            <a:ext cx="1940529" cy="141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4469" y="4136231"/>
            <a:ext cx="2185560" cy="1041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7044"/>
            <a:ext cx="2035631" cy="119446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494110" y="2075537"/>
            <a:ext cx="3799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Roboto"/>
                <a:ea typeface="Roboto"/>
                <a:cs typeface="Roboto"/>
                <a:sym typeface="Roboto"/>
              </a:rPr>
              <a:t>Название профессии</a:t>
            </a:r>
            <a:endParaRPr b="1" i="0" sz="1800" u="none" cap="none" strike="noStrike">
              <a:solidFill>
                <a:srgbClr val="A1D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94119" y="2665725"/>
            <a:ext cx="1642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Фамилия Имя</a:t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494119" y="2943300"/>
            <a:ext cx="71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Город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5910" y="996281"/>
            <a:ext cx="3973242" cy="420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-6700" y="11125"/>
            <a:ext cx="9144000" cy="5143500"/>
          </a:xfrm>
          <a:prstGeom prst="rect">
            <a:avLst/>
          </a:prstGeom>
          <a:solidFill>
            <a:srgbClr val="A1DC00"/>
          </a:solidFill>
          <a:ln cap="flat" cmpd="sng" w="9525">
            <a:solidFill>
              <a:srgbClr val="A1D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30" y="411957"/>
            <a:ext cx="943477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745" y="837520"/>
            <a:ext cx="1030594" cy="9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417753" y="2229550"/>
            <a:ext cx="888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417750" y="2961850"/>
            <a:ext cx="73272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Подробное описание цели проекта. Тут хватит места под 1-2 предложения или даже больше. Специально крупно, чтобы была динамика между слайдами. 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4212295" y="3226950"/>
            <a:ext cx="4410300" cy="17664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494110" y="894919"/>
            <a:ext cx="212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МОЁ ВДОХНОВЕНИЕ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94119" y="1640213"/>
            <a:ext cx="3671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Покажите картинки, фотографии референсов, которыми вы вдохновлялись, откуда черпали идеи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94098" y="1121300"/>
            <a:ext cx="1905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5061EC"/>
                </a:solidFill>
                <a:latin typeface="Roboto"/>
                <a:ea typeface="Roboto"/>
                <a:cs typeface="Roboto"/>
                <a:sym typeface="Roboto"/>
              </a:rPr>
              <a:t>Референсы</a:t>
            </a:r>
            <a:endParaRPr b="1" i="0" sz="1800" u="none" cap="none" strike="noStrike">
              <a:solidFill>
                <a:srgbClr val="5061E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990650" y="894925"/>
            <a:ext cx="1632000" cy="21720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7406" y="2632219"/>
            <a:ext cx="731120" cy="6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5400000">
            <a:off x="-165462" y="3319527"/>
            <a:ext cx="2015875" cy="16320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212300" y="894925"/>
            <a:ext cx="2620500" cy="21720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94119" y="1274738"/>
            <a:ext cx="3997500" cy="31719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865031" y="3304781"/>
            <a:ext cx="17064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*сюда будут вставляться названия частей проектов, например, для Roblox  это разные уровни и их названия, то есть пояснения что изображено на картинке*</a:t>
            </a:r>
            <a:endParaRPr i="0" sz="800" u="none" cap="none" strike="noStrik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48550" y="1274738"/>
            <a:ext cx="1808700" cy="3171900"/>
          </a:xfrm>
          <a:prstGeom prst="roundRect">
            <a:avLst>
              <a:gd fmla="val 9778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494110" y="633431"/>
            <a:ext cx="212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РЕЗУЛЬТАТ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494110" y="802669"/>
            <a:ext cx="1498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Roboto"/>
                <a:ea typeface="Roboto"/>
                <a:cs typeface="Roboto"/>
                <a:sym typeface="Roboto"/>
              </a:rPr>
              <a:t>ЧАСТЬ 1</a:t>
            </a:r>
            <a:endParaRPr b="1" i="0" sz="1800" u="none" cap="none" strike="noStrike">
              <a:solidFill>
                <a:srgbClr val="A1D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813959" y="1274663"/>
            <a:ext cx="1808700" cy="1779000"/>
          </a:xfrm>
          <a:prstGeom prst="roundRect">
            <a:avLst>
              <a:gd fmla="val 9778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657806" y="3958406"/>
            <a:ext cx="367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*сюда будут вставляться названия частей проектов, например, для Roblox  это разные уровни и их названия, то есть пояснения что изображено на картинке*</a:t>
            </a:r>
            <a:endParaRPr i="0" sz="800" u="none" cap="none" strike="noStrik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94119" y="1274738"/>
            <a:ext cx="3997500" cy="25620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4788619" y="3958406"/>
            <a:ext cx="367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0" lang="en" sz="8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*сюда будут вставляться названия частей проектов, например, для Roblox  это разные уровни и их названия, то есть пояснения что изображено на картинке*</a:t>
            </a:r>
            <a:endParaRPr i="0" sz="800" u="none" cap="none" strike="noStrik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624931" y="1274738"/>
            <a:ext cx="3997500" cy="25620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494110" y="633431"/>
            <a:ext cx="212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494110" y="802669"/>
            <a:ext cx="1498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Montserrat"/>
                <a:ea typeface="Montserrat"/>
                <a:cs typeface="Montserrat"/>
                <a:sym typeface="Montserrat"/>
              </a:rPr>
              <a:t>ЧАСТЬ 2</a:t>
            </a:r>
            <a:endParaRPr b="1" i="0" sz="1800" u="none" cap="none" strike="noStrike">
              <a:solidFill>
                <a:srgbClr val="A1DC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-21772" y="0"/>
            <a:ext cx="9165900" cy="5143500"/>
          </a:xfrm>
          <a:prstGeom prst="rect">
            <a:avLst/>
          </a:prstGeom>
          <a:solidFill>
            <a:srgbClr val="F759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30" y="411957"/>
            <a:ext cx="943477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570153" y="2153350"/>
            <a:ext cx="888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Преимущества проекта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570150" y="2885650"/>
            <a:ext cx="7327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Подробное описание преимуществ\плюсов проекта. Тут хватит места под 1-2 предложения или даже больше. Специально крупно, чтобы была динамика между слайдами.</a:t>
            </a:r>
            <a:endParaRPr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67175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150" y="619200"/>
            <a:ext cx="1030600" cy="114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/>
        </p:nvSpPr>
        <p:spPr>
          <a:xfrm>
            <a:off x="494099" y="894925"/>
            <a:ext cx="228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Обязательно расскажи и покажи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494075" y="2107050"/>
            <a:ext cx="41721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Покажите и расскажите про самый сложный момент из проекта (страница сайта, один из вариантов логотипа, уровень в игре), который на ваш взгляд дался труднее всего в реализации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Расскажите в 2-х предложениях, почему это в проекте было самым сложным и как в итоге справились с задачей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494086" y="1121300"/>
            <a:ext cx="361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Roboto"/>
                <a:ea typeface="Roboto"/>
                <a:cs typeface="Roboto"/>
                <a:sym typeface="Roboto"/>
              </a:rPr>
              <a:t>Самый сложный блок в проекте</a:t>
            </a:r>
            <a:endParaRPr b="1" i="0" sz="1800" u="none" cap="none" strike="noStrike">
              <a:solidFill>
                <a:srgbClr val="A1D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99006" y="894919"/>
            <a:ext cx="3823500" cy="37737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8444" y="4178606"/>
            <a:ext cx="2185560" cy="1041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494099" y="894925"/>
            <a:ext cx="2284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Обязательно расскажи и покажи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494075" y="2107050"/>
            <a:ext cx="4485900" cy="1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Покажите и расскажите про самый интересный момент из проекта (страница сайта, один из вариантов логотипа, уровень в игре), который на ваш взгляд самый классный и интересный в проекте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Расскажите в 2-х предложениях, почему это в проекте было самым интересным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94086" y="1121300"/>
            <a:ext cx="361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Roboto"/>
                <a:ea typeface="Roboto"/>
                <a:cs typeface="Roboto"/>
                <a:sym typeface="Roboto"/>
              </a:rPr>
              <a:t>Самый интересный блок в проекте</a:t>
            </a:r>
            <a:endParaRPr b="1" i="0" sz="1800" u="none" cap="none" strike="noStrike">
              <a:solidFill>
                <a:srgbClr val="A1D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799006" y="894919"/>
            <a:ext cx="3823500" cy="3773700"/>
          </a:xfrm>
          <a:prstGeom prst="roundRect">
            <a:avLst>
              <a:gd fmla="val 5314" name="adj"/>
            </a:avLst>
          </a:prstGeom>
          <a:solidFill>
            <a:srgbClr val="E7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8444" y="4178606"/>
            <a:ext cx="2185560" cy="10410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28" y="411957"/>
            <a:ext cx="943479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494110" y="894919"/>
            <a:ext cx="212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И ЕЩЁ ОЧЕНЬ ВАЖНОЕ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94075" y="1726050"/>
            <a:ext cx="44859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Какие-то цифры и факты про проект. Сколько времени потратили на выполнение, интересный факт про проект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Какие-то цифры и факты про проект. Сколько времени потратили на выполнение, интересный факт про проект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598D"/>
              </a:buClr>
              <a:buSzPts val="1500"/>
              <a:buFont typeface="Roboto"/>
              <a:buChar char="✔"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Какие-то цифры и факты про проект. Сколько времени потратили на выполнение, интересный факт про проект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494086" y="1121300"/>
            <a:ext cx="361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A1DC00"/>
                </a:solidFill>
                <a:latin typeface="Roboto"/>
                <a:ea typeface="Roboto"/>
                <a:cs typeface="Roboto"/>
                <a:sym typeface="Roboto"/>
              </a:rPr>
              <a:t>Цифры и факты</a:t>
            </a:r>
            <a:endParaRPr b="1" i="0" sz="1800" u="none" cap="none" strike="noStrike">
              <a:solidFill>
                <a:srgbClr val="A1D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712200" y="1467500"/>
            <a:ext cx="1432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0" lang="en" sz="3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1000</a:t>
            </a:r>
            <a:endParaRPr b="1" i="0" sz="3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7F7F7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7F7F7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6921023" y="1723350"/>
            <a:ext cx="1321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7598D"/>
                </a:solidFill>
                <a:latin typeface="Roboto"/>
                <a:ea typeface="Roboto"/>
                <a:cs typeface="Roboto"/>
                <a:sym typeface="Roboto"/>
              </a:rPr>
              <a:t>строчек</a:t>
            </a:r>
            <a:endParaRPr b="1" i="0" sz="1700" u="none" cap="none" strike="noStrike">
              <a:solidFill>
                <a:srgbClr val="F7598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795325" y="2838025"/>
            <a:ext cx="1432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i="0" sz="7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712200" y="2054250"/>
            <a:ext cx="176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в коде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5795325" y="3844263"/>
            <a:ext cx="176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71717"/>
                </a:solidFill>
                <a:latin typeface="Roboto"/>
                <a:ea typeface="Roboto"/>
                <a:cs typeface="Roboto"/>
                <a:sym typeface="Roboto"/>
              </a:rPr>
              <a:t>Уровней сложности</a:t>
            </a:r>
            <a:endParaRPr i="0" sz="1100" u="none" cap="none" strike="noStrike">
              <a:solidFill>
                <a:srgbClr val="1717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7132950" y="3949031"/>
            <a:ext cx="2035631" cy="1194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 txBox="1"/>
          <p:nvPr/>
        </p:nvSpPr>
        <p:spPr>
          <a:xfrm>
            <a:off x="6717506" y="46910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-6700" y="11125"/>
            <a:ext cx="9144000" cy="5143500"/>
          </a:xfrm>
          <a:prstGeom prst="rect">
            <a:avLst/>
          </a:prstGeom>
          <a:solidFill>
            <a:srgbClr val="A1DC00"/>
          </a:solidFill>
          <a:ln cap="flat" cmpd="sng" w="9525">
            <a:solidFill>
              <a:srgbClr val="A1D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0" y="1256006"/>
            <a:ext cx="9144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Благодарю за внимание!</a:t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9030" y="411957"/>
            <a:ext cx="943477" cy="22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294085" y="4849416"/>
            <a:ext cx="1096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Название проекта</a:t>
            </a:r>
            <a:endParaRPr b="0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6565106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2101" y="2304225"/>
            <a:ext cx="2259798" cy="246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